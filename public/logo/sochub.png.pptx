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0058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41" d="100"/>
          <a:sy n="41" d="100"/>
        </p:scale>
        <p:origin x="2130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646133"/>
            <a:ext cx="8549640" cy="3501813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5282989"/>
            <a:ext cx="7543800" cy="2428451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4E969-4167-4392-8D6D-4847970F58F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D7552-48A6-4B22-805D-C1831C52C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719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4E969-4167-4392-8D6D-4847970F58F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D7552-48A6-4B22-805D-C1831C52C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856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2507618"/>
            <a:ext cx="8675370" cy="4184014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6731215"/>
            <a:ext cx="8675370" cy="2200274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>
                    <a:tint val="82000"/>
                  </a:schemeClr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82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82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4E969-4167-4392-8D6D-4847970F58F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D7552-48A6-4B22-805D-C1831C52C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627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677584"/>
            <a:ext cx="427482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677584"/>
            <a:ext cx="427482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4E969-4167-4392-8D6D-4847970F58F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D7552-48A6-4B22-805D-C1831C52C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862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35519"/>
            <a:ext cx="8675370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2465706"/>
            <a:ext cx="4255174" cy="1208404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3674110"/>
            <a:ext cx="4255174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2465706"/>
            <a:ext cx="4276130" cy="1208404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3674110"/>
            <a:ext cx="4276130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4E969-4167-4392-8D6D-4847970F58F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D7552-48A6-4B22-805D-C1831C52C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650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4E969-4167-4392-8D6D-4847970F58F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D7552-48A6-4B22-805D-C1831C52C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080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4E969-4167-4392-8D6D-4847970F58F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D7552-48A6-4B22-805D-C1831C52C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756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670560"/>
            <a:ext cx="3244096" cy="23469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448226"/>
            <a:ext cx="5092065" cy="7147983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3017520"/>
            <a:ext cx="3244096" cy="5590329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4E969-4167-4392-8D6D-4847970F58F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D7552-48A6-4B22-805D-C1831C52C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262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670560"/>
            <a:ext cx="3244096" cy="23469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448226"/>
            <a:ext cx="5092065" cy="7147983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3017520"/>
            <a:ext cx="3244096" cy="5590329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4E969-4167-4392-8D6D-4847970F58F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D7552-48A6-4B22-805D-C1831C52C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020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4E969-4167-4392-8D6D-4847970F58F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D7552-48A6-4B22-805D-C1831C52C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139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535517"/>
            <a:ext cx="2168843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535517"/>
            <a:ext cx="6380798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4E969-4167-4392-8D6D-4847970F58F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D7552-48A6-4B22-805D-C1831C52C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411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535519"/>
            <a:ext cx="8675370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677584"/>
            <a:ext cx="8675370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9322649"/>
            <a:ext cx="226314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F4E969-4167-4392-8D6D-4847970F58F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9322649"/>
            <a:ext cx="339471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9322649"/>
            <a:ext cx="226314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9D7552-48A6-4B22-805D-C1831C52C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459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EBD553B-F03A-3292-BE80-07BDD6542296}"/>
              </a:ext>
            </a:extLst>
          </p:cNvPr>
          <p:cNvSpPr/>
          <p:nvPr/>
        </p:nvSpPr>
        <p:spPr>
          <a:xfrm>
            <a:off x="-434340" y="-182880"/>
            <a:ext cx="11292840" cy="108127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1F0EF4-20D3-EEE6-A3D2-BD0A1EF897EA}"/>
              </a:ext>
            </a:extLst>
          </p:cNvPr>
          <p:cNvSpPr txBox="1"/>
          <p:nvPr/>
        </p:nvSpPr>
        <p:spPr>
          <a:xfrm>
            <a:off x="22860" y="2377440"/>
            <a:ext cx="1037844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900" b="1" dirty="0">
                <a:solidFill>
                  <a:schemeClr val="bg1"/>
                </a:solidFill>
                <a:latin typeface="Impact" panose="020B0806030902050204" pitchFamily="34" charset="0"/>
              </a:rPr>
              <a:t>TSBCN</a:t>
            </a:r>
            <a:r>
              <a:rPr lang="en-US" sz="1600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018C8A-0DF4-357A-0A88-F474D7F4C8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150" y="5360670"/>
            <a:ext cx="10538460" cy="1053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559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0EEEA51-018C-0E44-EAA8-FDD69224569A}"/>
              </a:ext>
            </a:extLst>
          </p:cNvPr>
          <p:cNvSpPr/>
          <p:nvPr/>
        </p:nvSpPr>
        <p:spPr>
          <a:xfrm>
            <a:off x="-96520" y="-240030"/>
            <a:ext cx="10566400" cy="1029843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806B18-E17D-B981-6C36-6E8AF5E91027}"/>
              </a:ext>
            </a:extLst>
          </p:cNvPr>
          <p:cNvSpPr txBox="1"/>
          <p:nvPr/>
        </p:nvSpPr>
        <p:spPr>
          <a:xfrm>
            <a:off x="1860550" y="-4684612"/>
            <a:ext cx="6652260" cy="1591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2800" dirty="0">
                <a:solidFill>
                  <a:schemeClr val="bg1"/>
                </a:solidFill>
                <a:latin typeface="Imprint MT Shadow" panose="04020605060303030202" pitchFamily="82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049222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</TotalTime>
  <Words>2</Words>
  <Application>Microsoft Office PowerPoint</Application>
  <PresentationFormat>Custom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Impact</vt:lpstr>
      <vt:lpstr>Imprint MT Shadow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Niles</dc:creator>
  <cp:lastModifiedBy>Niles</cp:lastModifiedBy>
  <cp:revision>1</cp:revision>
  <dcterms:created xsi:type="dcterms:W3CDTF">2026-04-27T16:18:05Z</dcterms:created>
  <dcterms:modified xsi:type="dcterms:W3CDTF">2026-04-27T16:56:04Z</dcterms:modified>
</cp:coreProperties>
</file>